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3657600" cy="3657600"/>
          </a:xfrm>
          <a:prstGeom prst="oval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9811512" y="4480560"/>
            <a:ext cx="3840480" cy="3840480"/>
          </a:xfrm>
          <a:prstGeom prst="oval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· CO4 AT2 · PRACTICAL SEMINAR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IaC &amp; GitOps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AWS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Identity &amp; Access Management, Infrastructure as Code (Terraform), and an automated GitOps workflow with GitHub Actions.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846320"/>
            <a:ext cx="1572768" cy="50292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463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395728" y="5015484"/>
            <a:ext cx="201168" cy="164592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4846320"/>
            <a:ext cx="1572768" cy="502920"/>
          </a:xfrm>
          <a:prstGeom prst="roundRect">
            <a:avLst>
              <a:gd name="adj" fmla="val 50000"/>
            </a:avLst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48463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24528" y="5015484"/>
            <a:ext cx="201168" cy="164592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4846320"/>
            <a:ext cx="1572768" cy="502920"/>
          </a:xfrm>
          <a:prstGeom prst="roundRect">
            <a:avLst>
              <a:gd name="adj" fmla="val 50000"/>
            </a:avLst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48463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53328" y="5015484"/>
            <a:ext cx="201168" cy="164592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846320"/>
            <a:ext cx="1572768" cy="50292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8463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882128" y="5015484"/>
            <a:ext cx="201168" cy="164592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4846320"/>
            <a:ext cx="1572768" cy="502920"/>
          </a:xfrm>
          <a:prstGeom prst="roundRect">
            <a:avLst>
              <a:gd name="adj" fmla="val 50000"/>
            </a:avLst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48463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710928" y="5015484"/>
            <a:ext cx="201168" cy="164592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66960" y="4846320"/>
            <a:ext cx="1572768" cy="50292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48463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30 Marks — Student Practical Assignment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of the Assignment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08760"/>
            <a:ext cx="104515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a DevSecOps-oriented AWS workflow that demonstrates Identity and Access Management (IAM), Infrastructure as Code (IaC) using Terraform, and a GitOps workflow using GitHub and GitHub Actions.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630168" cy="2880360"/>
          </a:xfrm>
          <a:prstGeom prst="roundRect">
            <a:avLst>
              <a:gd name="adj" fmla="val 3175"/>
            </a:avLst>
          </a:prstGeom>
          <a:solidFill>
            <a:srgbClr val="1B2536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337560"/>
            <a:ext cx="384048" cy="38404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3337560"/>
            <a:ext cx="2624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317296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IAM role assumed by GitHub Actions via OIDC — no static AWS keys stored anywhere.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3063240"/>
            <a:ext cx="3630168" cy="2880360"/>
          </a:xfrm>
          <a:prstGeom prst="roundRect">
            <a:avLst>
              <a:gd name="adj" fmla="val 3175"/>
            </a:avLst>
          </a:prstGeom>
          <a:solidFill>
            <a:srgbClr val="1B2536"/>
          </a:solidFill>
          <a:ln/>
        </p:spPr>
      </p:sp>
      <p:sp>
        <p:nvSpPr>
          <p:cNvPr id="10" name="Shape 8"/>
          <p:cNvSpPr/>
          <p:nvPr/>
        </p:nvSpPr>
        <p:spPr>
          <a:xfrm>
            <a:off x="4626864" y="3337560"/>
            <a:ext cx="384048" cy="384048"/>
          </a:xfrm>
          <a:prstGeom prst="ellipse">
            <a:avLst/>
          </a:prstGeom>
          <a:solidFill>
            <a:srgbClr val="7B42BC"/>
          </a:solidFill>
          <a:ln/>
        </p:spPr>
      </p:sp>
      <p:sp>
        <p:nvSpPr>
          <p:cNvPr id="11" name="Text 9"/>
          <p:cNvSpPr/>
          <p:nvPr/>
        </p:nvSpPr>
        <p:spPr>
          <a:xfrm>
            <a:off x="5175504" y="3337560"/>
            <a:ext cx="2624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6864" y="3977640"/>
            <a:ext cx="317296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VPC, subnet, gateway, route table, security group &amp; EC2 defined declaratively in Terraform.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47888" y="3063240"/>
            <a:ext cx="3630168" cy="2880360"/>
          </a:xfrm>
          <a:prstGeom prst="roundRect">
            <a:avLst>
              <a:gd name="adj" fmla="val 3175"/>
            </a:avLst>
          </a:prstGeom>
          <a:solidFill>
            <a:srgbClr val="1B2536"/>
          </a:solidFill>
          <a:ln/>
        </p:spPr>
      </p:sp>
      <p:sp>
        <p:nvSpPr>
          <p:cNvPr id="14" name="Shape 12"/>
          <p:cNvSpPr/>
          <p:nvPr/>
        </p:nvSpPr>
        <p:spPr>
          <a:xfrm>
            <a:off x="8476488" y="3337560"/>
            <a:ext cx="384048" cy="38404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9025128" y="3337560"/>
            <a:ext cx="2624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GitOps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76488" y="3977640"/>
            <a:ext cx="317296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Git triggers automatic validate → plan → apply through GitHub Actions.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IaC · GitOps using AWS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Create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597103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Will Demonstrate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IAM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GitHub deployment role with controlled, least-privilege permissions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VPC, subnet, internet gateway, route table, security group and EC2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configuration stored and tracked in Git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Terraform validation, plan and deployment after every Git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IaC · GitOps using AWS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Build-up 1 of 3 — watch the pipeline assemble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code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68296" y="2980944"/>
            <a:ext cx="78638" cy="164592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8" name="Shape 6"/>
          <p:cNvSpPr/>
          <p:nvPr/>
        </p:nvSpPr>
        <p:spPr>
          <a:xfrm>
            <a:off x="2483510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6662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56662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files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11726" y="2980944"/>
            <a:ext cx="78638" cy="164592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26941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0093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00093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5157" y="2980944"/>
            <a:ext cx="78638" cy="164592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0371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3523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Role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3523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OIDC (no keys!)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98587" y="2980944"/>
            <a:ext cx="78638" cy="164592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20" name="Shape 18"/>
          <p:cNvSpPr/>
          <p:nvPr/>
        </p:nvSpPr>
        <p:spPr>
          <a:xfrm>
            <a:off x="8013802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86954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86954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apply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742018" y="2980944"/>
            <a:ext cx="78638" cy="164592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24" name="Shape 22"/>
          <p:cNvSpPr/>
          <p:nvPr/>
        </p:nvSpPr>
        <p:spPr>
          <a:xfrm>
            <a:off x="9857232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30384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VPC → Subnet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SG → EC2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30384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infrastructure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429768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43484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The student pushes Terraform code into a GitHub repository. Nothing has touched AWS yet.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0" y="5623560"/>
            <a:ext cx="164592" cy="16459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035040" y="5623560"/>
            <a:ext cx="164592" cy="164592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5623560"/>
            <a:ext cx="164592" cy="164592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IaC · GitOps using AWS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Build-up 2 of 3 — watch the pipeline assemble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code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68296" y="2980944"/>
            <a:ext cx="78638" cy="164592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8" name="Shape 6"/>
          <p:cNvSpPr/>
          <p:nvPr/>
        </p:nvSpPr>
        <p:spPr>
          <a:xfrm>
            <a:off x="2483510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6662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56662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files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11726" y="2980944"/>
            <a:ext cx="78638" cy="164592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26941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0093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00093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5157" y="2980944"/>
            <a:ext cx="78638" cy="164592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0371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3523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Role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3523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OIDC (no keys!)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98587" y="2980944"/>
            <a:ext cx="78638" cy="164592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20" name="Shape 18"/>
          <p:cNvSpPr/>
          <p:nvPr/>
        </p:nvSpPr>
        <p:spPr>
          <a:xfrm>
            <a:off x="8013802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86954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86954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apply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742018" y="2980944"/>
            <a:ext cx="78638" cy="164592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24" name="Shape 22"/>
          <p:cNvSpPr/>
          <p:nvPr/>
        </p:nvSpPr>
        <p:spPr>
          <a:xfrm>
            <a:off x="9857232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30384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VPC → Subnet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SG → EC2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30384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infrastructure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429768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43484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A push triggers GitHub Actions, which authenticates to AWS by assuming an IAM role over OIDC — a temporary credential, never a stored key.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0" y="5623560"/>
            <a:ext cx="164592" cy="164592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0" name="Shape 28"/>
          <p:cNvSpPr/>
          <p:nvPr/>
        </p:nvSpPr>
        <p:spPr>
          <a:xfrm>
            <a:off x="6035040" y="5623560"/>
            <a:ext cx="164592" cy="16459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5623560"/>
            <a:ext cx="164592" cy="164592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IaC · GitOps using AWS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Build-up 3 of 3 — watch the pipeline assemble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code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68296" y="2980944"/>
            <a:ext cx="78638" cy="164592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8" name="Shape 6"/>
          <p:cNvSpPr/>
          <p:nvPr/>
        </p:nvSpPr>
        <p:spPr>
          <a:xfrm>
            <a:off x="2483510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6662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56662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files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11726" y="2980944"/>
            <a:ext cx="78638" cy="164592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26941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0093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00093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5157" y="2980944"/>
            <a:ext cx="78638" cy="164592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0371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3523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Role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3523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OIDC (no keys!)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98587" y="2980944"/>
            <a:ext cx="78638" cy="164592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013802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86954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86954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apply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742018" y="2980944"/>
            <a:ext cx="78638" cy="164592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24" name="Shape 22"/>
          <p:cNvSpPr/>
          <p:nvPr/>
        </p:nvSpPr>
        <p:spPr>
          <a:xfrm>
            <a:off x="9857232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30384" y="2542032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VPC → Subnet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SG → EC2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30384" y="324612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infrastructure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429768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43484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Terraform runs plan &amp; apply using that temporary role, provisioning the VPC, subnet, security group and EC2 instance in AWS.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0" y="5623560"/>
            <a:ext cx="164592" cy="164592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0" name="Shape 28"/>
          <p:cNvSpPr/>
          <p:nvPr/>
        </p:nvSpPr>
        <p:spPr>
          <a:xfrm>
            <a:off x="6035040" y="5623560"/>
            <a:ext cx="164592" cy="164592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5623560"/>
            <a:ext cx="164592" cy="16459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IaC · GitOps using AWS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IAM: Identity &amp; Access Management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109728" cy="1005840"/>
          </a:xfrm>
          <a:prstGeom prst="roundRect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7276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49040" y="1572768"/>
            <a:ext cx="7525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document that defines WHAT actions are permitted on WHICH resources.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633472"/>
            <a:ext cx="109728" cy="1005840"/>
          </a:xfrm>
          <a:prstGeom prst="round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7432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743200"/>
            <a:ext cx="7525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TEMPORARY permissions to an authorized principal — e.g. GitHub Actions — instead of a permanent identity.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03904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803904"/>
            <a:ext cx="109728" cy="1005840"/>
          </a:xfrm>
          <a:prstGeom prst="round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9136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3913632"/>
            <a:ext cx="7525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permanent identity with long-lived credentials. Avoided here for CI/CD in favor of a role.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974336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974336"/>
            <a:ext cx="109728" cy="1005840"/>
          </a:xfrm>
          <a:prstGeom prst="roundRect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08406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49040" y="5084064"/>
            <a:ext cx="7525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only the permissions required for the task — never broad or admin-level access for convenience.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IaC · GitOps using AWS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Terraform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declares infrastructure in code (main.tf), so it can be reviewed, versioned and re-applied like software.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696212" cy="1234440"/>
          </a:xfrm>
          <a:prstGeom prst="roundRect">
            <a:avLst>
              <a:gd name="adj" fmla="val 6667"/>
            </a:avLst>
          </a:prstGeom>
          <a:solidFill>
            <a:srgbClr val="7B42BC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901952"/>
            <a:ext cx="1586484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10.10.0.0/16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82596" y="1828800"/>
            <a:ext cx="1696212" cy="1234440"/>
          </a:xfrm>
          <a:prstGeom prst="roundRect">
            <a:avLst>
              <a:gd name="adj" fmla="val 6667"/>
            </a:avLst>
          </a:prstGeom>
          <a:solidFill>
            <a:srgbClr val="7B42BC"/>
          </a:solidFill>
          <a:ln/>
        </p:spPr>
      </p:sp>
      <p:sp>
        <p:nvSpPr>
          <p:cNvPr id="7" name="Text 5"/>
          <p:cNvSpPr/>
          <p:nvPr/>
        </p:nvSpPr>
        <p:spPr>
          <a:xfrm>
            <a:off x="2537460" y="1901952"/>
            <a:ext cx="1586484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828800"/>
            <a:ext cx="1696212" cy="1234440"/>
          </a:xfrm>
          <a:prstGeom prst="roundRect">
            <a:avLst>
              <a:gd name="adj" fmla="val 6667"/>
            </a:avLst>
          </a:prstGeom>
          <a:solidFill>
            <a:srgbClr val="7B42BC"/>
          </a:solidFill>
          <a:ln/>
        </p:spPr>
      </p:sp>
      <p:sp>
        <p:nvSpPr>
          <p:cNvPr id="9" name="Text 7"/>
          <p:cNvSpPr/>
          <p:nvPr/>
        </p:nvSpPr>
        <p:spPr>
          <a:xfrm>
            <a:off x="4379976" y="1901952"/>
            <a:ext cx="1586484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10.10.1.0/24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7628" y="1828800"/>
            <a:ext cx="1696212" cy="1234440"/>
          </a:xfrm>
          <a:prstGeom prst="roundRect">
            <a:avLst>
              <a:gd name="adj" fmla="val 6667"/>
            </a:avLst>
          </a:prstGeom>
          <a:solidFill>
            <a:srgbClr val="7B42BC"/>
          </a:solidFill>
          <a:ln/>
        </p:spPr>
      </p:sp>
      <p:sp>
        <p:nvSpPr>
          <p:cNvPr id="11" name="Text 9"/>
          <p:cNvSpPr/>
          <p:nvPr/>
        </p:nvSpPr>
        <p:spPr>
          <a:xfrm>
            <a:off x="6222492" y="1901952"/>
            <a:ext cx="1586484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10144" y="1828800"/>
            <a:ext cx="1696212" cy="1234440"/>
          </a:xfrm>
          <a:prstGeom prst="roundRect">
            <a:avLst>
              <a:gd name="adj" fmla="val 6667"/>
            </a:avLst>
          </a:prstGeom>
          <a:solidFill>
            <a:srgbClr val="7B42BC"/>
          </a:solidFill>
          <a:ln/>
        </p:spPr>
      </p:sp>
      <p:sp>
        <p:nvSpPr>
          <p:cNvPr id="13" name="Text 11"/>
          <p:cNvSpPr/>
          <p:nvPr/>
        </p:nvSpPr>
        <p:spPr>
          <a:xfrm>
            <a:off x="8065008" y="1901952"/>
            <a:ext cx="1586484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(HTTP)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852660" y="1828800"/>
            <a:ext cx="1696212" cy="1234440"/>
          </a:xfrm>
          <a:prstGeom prst="roundRect">
            <a:avLst>
              <a:gd name="adj" fmla="val 6667"/>
            </a:avLst>
          </a:prstGeom>
          <a:solidFill>
            <a:srgbClr val="7B42BC"/>
          </a:solidFill>
          <a:ln/>
        </p:spPr>
      </p:sp>
      <p:sp>
        <p:nvSpPr>
          <p:cNvPr id="15" name="Text 13"/>
          <p:cNvSpPr/>
          <p:nvPr/>
        </p:nvSpPr>
        <p:spPr>
          <a:xfrm>
            <a:off x="9907524" y="1901952"/>
            <a:ext cx="1586484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t3.micro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Terraform commands used in this lab: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53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4106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3941064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providers &amp; initializes the working directory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88620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536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94106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fmt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3941064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Auto-formats configuration files consistently (-recursive)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53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71830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4718304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syntax &amp; internal consistency of the configuration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466344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536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471830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75320" y="4718304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what will change before anything is applied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536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49554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51760" y="5495544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Creates/updates the real AWS resources to match the code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544068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536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549554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75320" y="5495544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Tears down all resources — mandatory cleanup after the lab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IaC · GitOps using AWS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OIDC? No Static AWS Keys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obtains short-lived AWS credentials at runtime instead of a permanent access key stored as a secret.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Old Way — Static Keys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Access key + secret key stored in GitHub Secrets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36499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Long-lived — valid until manually rotated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9867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If leaked, valid immediately from anywhere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60857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 rotation is easy to forget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This Lab — OIDC Role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7432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GitHub is trusted as an OIDC identity provider in AWS IAM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336499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Workflow requests a token; AWS issues short-lived credentials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39867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Credentials expire automatically after the job finishes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460857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Trust policy restricts to one exact repo + branch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IaC · GitOps using AWS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Policy — Locking It Down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IAM role trusts GitHub's OIDC provider only under strict conditions: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0D142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"Principal": { "Federated": "...oidc-provider/token.actions.githubusercontent.com" 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"Action": "sts:AssumeRoleWithWebIdentity"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"Condition": {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"aud": "sts.amazonaws.com"          → must be requested by GitHub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"sub": "repo:YOUR-USER/devsecops-aws-lab:ref:refs/heads/main"  → this exact repo + branch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workflow runs from this exact repository and branch can assume the role — nothing else, no one else.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IaC · GitOps using AWS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devsecops-aws-lab/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0391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main.tf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47802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variables.tf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91693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outputs.tf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3558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.github/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2336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└── workflows/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67258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└── terraform.yml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VPC, subnet, IGW, route table, security group, EC2 &amp; AMI lookup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2240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&amp; instance type inputs, with sensible defaults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333756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ID, instance ID, public IP &amp; website URL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09360" y="3794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411480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state files, .tfvars &amp; credentials from Git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4572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terraform.yml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489204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pipeline: init → fmt → validate → plan → apply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IaC · GitOps using AWS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automatically on every push or pull request to main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6132" y="2194560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1056132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B2536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743200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65960" y="2395728"/>
            <a:ext cx="19507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8524" y="2194560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2668524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61032" y="2651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B2536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5896" y="2743200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AWS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creds (OIDC)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78352" y="2395728"/>
            <a:ext cx="19507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80916" y="2194560"/>
            <a:ext cx="402336" cy="402336"/>
          </a:xfrm>
          <a:prstGeom prst="ellipse">
            <a:avLst/>
          </a:prstGeom>
          <a:solidFill>
            <a:srgbClr val="7B42BC"/>
          </a:solidFill>
          <a:ln/>
        </p:spPr>
      </p:sp>
      <p:sp>
        <p:nvSpPr>
          <p:cNvPr id="15" name="Text 13"/>
          <p:cNvSpPr/>
          <p:nvPr/>
        </p:nvSpPr>
        <p:spPr>
          <a:xfrm>
            <a:off x="428091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73424" y="2651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B2536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8288" y="2743200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90744" y="2395728"/>
            <a:ext cx="19507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3308" y="2194560"/>
            <a:ext cx="402336" cy="402336"/>
          </a:xfrm>
          <a:prstGeom prst="ellipse">
            <a:avLst/>
          </a:prstGeom>
          <a:solidFill>
            <a:srgbClr val="7B42BC"/>
          </a:solidFill>
          <a:ln/>
        </p:spPr>
      </p:sp>
      <p:sp>
        <p:nvSpPr>
          <p:cNvPr id="20" name="Text 18"/>
          <p:cNvSpPr/>
          <p:nvPr/>
        </p:nvSpPr>
        <p:spPr>
          <a:xfrm>
            <a:off x="5893308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85816" y="2651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B2536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743200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03136" y="2395728"/>
            <a:ext cx="19507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5700" y="2194560"/>
            <a:ext cx="402336" cy="402336"/>
          </a:xfrm>
          <a:prstGeom prst="ellipse">
            <a:avLst/>
          </a:prstGeom>
          <a:solidFill>
            <a:srgbClr val="7B42BC"/>
          </a:solidFill>
          <a:ln/>
        </p:spPr>
      </p:sp>
      <p:sp>
        <p:nvSpPr>
          <p:cNvPr id="25" name="Text 23"/>
          <p:cNvSpPr/>
          <p:nvPr/>
        </p:nvSpPr>
        <p:spPr>
          <a:xfrm>
            <a:off x="750570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98208" y="2651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B2536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3072" y="2743200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15528" y="2395728"/>
            <a:ext cx="19507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18092" y="2194560"/>
            <a:ext cx="402336" cy="402336"/>
          </a:xfrm>
          <a:prstGeom prst="ellipse">
            <a:avLst/>
          </a:prstGeom>
          <a:solidFill>
            <a:srgbClr val="7B42BC"/>
          </a:solidFill>
          <a:ln/>
        </p:spPr>
      </p:sp>
      <p:sp>
        <p:nvSpPr>
          <p:cNvPr id="30" name="Text 28"/>
          <p:cNvSpPr/>
          <p:nvPr/>
        </p:nvSpPr>
        <p:spPr>
          <a:xfrm>
            <a:off x="9118092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610600" y="2651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B2536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65464" y="2743200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027920" y="2395728"/>
            <a:ext cx="19507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30484" y="2194560"/>
            <a:ext cx="402336" cy="40233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10730484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222992" y="2651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B2536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77856" y="2743200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Apply*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42062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*Apply only runs on a direct push to main — pull requests stop after Plan for safe review.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84632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0D1424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498348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id-token: write   # required to request the OIDC token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contents: read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IaC · GitOps using AWS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GitOps in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infrastructure change is made only through Git — never by clicking in the AWS Console.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724912" cy="1554480"/>
          </a:xfrm>
          <a:prstGeom prst="roundRect">
            <a:avLst>
              <a:gd name="adj" fmla="val 5294"/>
            </a:avLst>
          </a:prstGeom>
          <a:solidFill>
            <a:srgbClr val="0B112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main.tf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= { Name = "...-updated" 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2615184"/>
            <a:ext cx="118872" cy="164592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1920240"/>
            <a:ext cx="2724912" cy="1554480"/>
          </a:xfrm>
          <a:prstGeom prst="roundRect">
            <a:avLst>
              <a:gd name="adj" fmla="val 5294"/>
            </a:avLst>
          </a:prstGeom>
          <a:solidFill>
            <a:srgbClr val="0B1120"/>
          </a:solidFill>
          <a:ln/>
        </p:spPr>
      </p:sp>
      <p:sp>
        <p:nvSpPr>
          <p:cNvPr id="10" name="Text 8"/>
          <p:cNvSpPr/>
          <p:nvPr/>
        </p:nvSpPr>
        <p:spPr>
          <a:xfrm>
            <a:off x="3547872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47872" y="242316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&amp;&amp; push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28346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is committed to Git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53912" y="2615184"/>
            <a:ext cx="118872" cy="164592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920240"/>
            <a:ext cx="2724912" cy="1554480"/>
          </a:xfrm>
          <a:prstGeom prst="roundRect">
            <a:avLst>
              <a:gd name="adj" fmla="val 5294"/>
            </a:avLst>
          </a:prstGeom>
          <a:solidFill>
            <a:srgbClr val="0B11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9944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9944" y="242316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9944" y="28346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shows the tag modification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15984" y="2615184"/>
            <a:ext cx="118872" cy="164592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4856" y="1920240"/>
            <a:ext cx="2724912" cy="1554480"/>
          </a:xfrm>
          <a:prstGeom prst="roundRect">
            <a:avLst>
              <a:gd name="adj" fmla="val 5294"/>
            </a:avLst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9272016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72016" y="242316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72016" y="28346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instance is updated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Proves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438912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desired state of infrastructure was changed in Git → automation detected the change → Terraform updated AWS to match. This is the core idea of GitOps: Git is the single source of truth, and no one touches the cloud console directly.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IaC · GitOps using AWS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the Resources in AWS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5760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1907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devsecops-lab-vpc — CIDR 10.10.0.0/16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25696" y="1554480"/>
            <a:ext cx="365760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4626864" y="1755648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626864" y="1755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11496" y="171907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54296" y="22128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devsecops-lab-public-subnet, inside the lab VPC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1554480"/>
            <a:ext cx="365760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1755648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755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88552" y="171907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31352" y="22128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devsecops-lab-web-sg — inbound TCP port 80 open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557016"/>
            <a:ext cx="365760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3758184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758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72160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21538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devsecops-lab-ec2, Running, status checks passed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25696" y="3557016"/>
            <a:ext cx="365760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4626864" y="3758184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4626864" y="3758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11496" y="372160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54296" y="421538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http://&lt;Public-IP&gt; shows the assignment page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02752" y="3557016"/>
            <a:ext cx="365760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3758184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3758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88552" y="372160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31352" y="421538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pipeline stages green end to end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IaC · GitOps using AWS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Preparation — Be Ready to Explain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53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41732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IAM, and what is least privilege?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89904" y="141732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536"/>
          </a:solidFill>
          <a:ln/>
        </p:spPr>
      </p:sp>
      <p:sp>
        <p:nvSpPr>
          <p:cNvPr id="7" name="Text 5"/>
          <p:cNvSpPr/>
          <p:nvPr/>
        </p:nvSpPr>
        <p:spPr>
          <a:xfrm>
            <a:off x="6227064" y="14173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84264" y="141732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an IAM user and an IAM role?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53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2199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2219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OIDC, and why is it used here?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9904" y="2221992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536"/>
          </a:solidFill>
          <a:ln/>
        </p:spPr>
      </p:sp>
      <p:sp>
        <p:nvSpPr>
          <p:cNvPr id="13" name="Text 11"/>
          <p:cNvSpPr/>
          <p:nvPr/>
        </p:nvSpPr>
        <p:spPr>
          <a:xfrm>
            <a:off x="6227064" y="222199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84264" y="22219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terraform init actually do?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026664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53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2666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02666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terraform plan and apply?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9904" y="3026664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536"/>
          </a:solidFill>
          <a:ln/>
        </p:spPr>
      </p:sp>
      <p:sp>
        <p:nvSpPr>
          <p:cNvPr id="19" name="Text 17"/>
          <p:cNvSpPr/>
          <p:nvPr/>
        </p:nvSpPr>
        <p:spPr>
          <a:xfrm>
            <a:off x="6227064" y="302666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84264" y="302666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credentials/state never be committed to Git?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831336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53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83133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83133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GitOps, and why apply only on main?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9904" y="3831336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536"/>
          </a:solidFill>
          <a:ln/>
        </p:spPr>
      </p:sp>
      <p:sp>
        <p:nvSpPr>
          <p:cNvPr id="25" name="Text 23"/>
          <p:cNvSpPr/>
          <p:nvPr/>
        </p:nvSpPr>
        <p:spPr>
          <a:xfrm>
            <a:off x="6227064" y="383133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84264" y="383133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VPC and a security group?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IaC · GitOps using AWS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-1371600"/>
            <a:ext cx="3657600" cy="3657600"/>
          </a:xfrm>
          <a:prstGeom prst="oval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&amp;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3B1D1D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71600"/>
            <a:ext cx="10451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Mandatory: run  terraform destroy  and confirm the EC2 instance and VPC are removed before ending the lab — cloud resources incur charges.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907792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34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+ OIDC replace long-lived AWS access keys for CI/CD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401568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makes infrastructure reviewable, versioned &amp; repeatable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41648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68496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means Git is the single source of truth for infrastructure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08576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35424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to main is the only path from code to running AWS resources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303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IaC · GitOps using AWS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2026-08-21T03:18:01Z</dcterms:created>
  <dcterms:modified xsi:type="dcterms:W3CDTF">2026-08-21T03:18:01Z</dcterms:modified>
</cp:coreProperties>
</file>